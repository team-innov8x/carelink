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27fc75dc94b74" /><Relationship Type="http://schemas.openxmlformats.org/officeDocument/2006/relationships/extended-properties" Target="/docProps/app.xml" Id="Rf3d82b16cdaa4bf2" /><Relationship Type="http://schemas.openxmlformats.org/officeDocument/2006/relationships/officeDocument" Target="/ppt/presentation.xml" Id="Rb091ae7012bb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38ecdddc9449ca"/>
  </p:sldMasterIdLst>
  <p:notesMasterIdLst>
    <p:notesMasterId xmlns:r="http://schemas.openxmlformats.org/officeDocument/2006/relationships" r:id="Rf5c2c21b074140cb"/>
  </p:notesMasterIdLst>
  <p:sldIdLst>
    <p:sldId xmlns:r="http://schemas.openxmlformats.org/officeDocument/2006/relationships" id="256" r:id="R4c5ebb4f0db64f60"/>
  </p:sldIdLst>
  <p:sldSz cx="15240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8fd66f6fa416d" /><Relationship Type="http://schemas.openxmlformats.org/officeDocument/2006/relationships/slideMaster" Target="/ppt/slideMasters/slideMaster1.xml" Id="R5a38ecdddc9449ca" /><Relationship Type="http://schemas.openxmlformats.org/officeDocument/2006/relationships/notesMaster" Target="/ppt/notesMasters/notesMaster1.xml" Id="Rf5c2c21b074140cb" /><Relationship Type="http://schemas.openxmlformats.org/officeDocument/2006/relationships/presProps" Target="/ppt/presProps.xml" Id="Rc4fd95bc15cc4cd3" /><Relationship Type="http://schemas.openxmlformats.org/officeDocument/2006/relationships/tableStyles" Target="/ppt/tableStyles.xml" Id="R88e737b510244a69" /><Relationship Type="http://schemas.openxmlformats.org/officeDocument/2006/relationships/slide" Target="/ppt/slides/slide1.xml" Id="R4c5ebb4f0db6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a20dd8f3647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dd468cda4484b" /><Relationship Type="http://schemas.openxmlformats.org/officeDocument/2006/relationships/notesMaster" Target="/ppt/notesMasters/notesMaster1.xml" Id="R9a808fb2e1e54f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CareLink technical architecture. Source visual: docs/technical-architecture-flow.jpg.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05789931c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d70fa99e94719" /><Relationship Type="http://schemas.openxmlformats.org/officeDocument/2006/relationships/slideLayout" Target="/ppt/slideLayouts/slideLayout1.xml" Id="R8aed97b8390943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ed97b8390943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569cdd91c4e6d" /><Relationship Type="http://schemas.openxmlformats.org/officeDocument/2006/relationships/image" Target="/ppt/media/image.jpeg" Id="R88dac6c1822644fc" /><Relationship Type="http://schemas.openxmlformats.org/officeDocument/2006/relationships/notesSlide" Target="/ppt/notesSlides/notesSlide1.xml" Id="Re98e54ae063744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ac6c1822644f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1047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23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2026-09-29T15:05:23.6750000Z</dcterms:created>
  <dcterms:modified xsi:type="dcterms:W3CDTF">2026-09-29T15:05:23.6750000Z</dcterms:modified>
</coreProperties>
</file>